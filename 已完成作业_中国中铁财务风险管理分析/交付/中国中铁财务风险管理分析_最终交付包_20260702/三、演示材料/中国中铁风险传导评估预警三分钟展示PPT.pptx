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中国中铁财务风险管理分析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E2328"/>
                </a:solidFill>
                <a:latin typeface="Microsoft YaHei"/>
              </a:rPr>
              <a:t>风险图谱、文本指标与机器学习预警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公开数据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风险传导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预警模型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弹性管理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328"/>
                </a:solidFill>
                <a:latin typeface="Microsoft YaHei"/>
              </a:rPr>
              <a:t>3 分钟展示：风险传导 -&gt; 风险评估 -&gt; 风险预警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经营特征：项目链条拉长资金压力</a:t>
            </a:r>
          </a:p>
        </p:txBody>
      </p:sp>
      <p:pic>
        <p:nvPicPr>
          <p:cNvPr id="3" name="Picture 2" descr="financi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收入和利润在 2023 年后承压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合同资产与应收账款占用上升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资产负债率维持高位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数据口径：把财务、文本和事件放进同一框架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公开披露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风险事件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风险图谱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文本指标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预警模型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年报、公告和评级报告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裁判文书、执行信息和企业风险线索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同业建筑企业财务面板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风险图谱：识别高中心性节点</a:t>
            </a:r>
          </a:p>
        </p:txBody>
      </p:sp>
      <p:pic>
        <p:nvPicPr>
          <p:cNvPr id="3" name="Picture 2" descr="risk_network_gephi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77 个节点、133 条边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合规风险与流动性风险处于核心位置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诉讼和执行事件具有桥接作用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文本与事件：软信号补充财务指标</a:t>
            </a:r>
          </a:p>
        </p:txBody>
      </p:sp>
      <p:pic>
        <p:nvPicPr>
          <p:cNvPr id="3" name="Picture 2" descr="text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577840" cy="3657600"/>
          </a:xfrm>
          <a:prstGeom prst="rect">
            <a:avLst/>
          </a:prstGeom>
        </p:spPr>
      </p:pic>
      <p:pic>
        <p:nvPicPr>
          <p:cNvPr id="4" name="Picture 3" descr="risk_event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257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偿债、组织传导、市场和项目风险长期高关注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合同资产占用和偿债压力位于高风险区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机器学习预警：把同业财务面板转为压力信号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财务面板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规则标签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模型训练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概率输出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633472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2468880"/>
            <a:ext cx="1920240" cy="685800"/>
          </a:xfrm>
          <a:prstGeom prst="rect">
            <a:avLst/>
          </a:prstGeom>
          <a:solidFill>
            <a:srgbClr val="EAF2FA"/>
          </a:solidFill>
          <a:ln>
            <a:solidFill>
              <a:srgbClr val="2A6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415F"/>
                </a:solidFill>
                <a:latin typeface="Microsoft YaHei"/>
              </a:defRPr>
            </a:pPr>
            <a:r>
              <a:t>管理解释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样本：11 家建筑企业、2021-2025 年财务面板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模型：Logistic Regression 与 Random Forest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中国中铁 2026 年压力观察概率偏高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弹性管理：判断缓冲能力的短板</a:t>
            </a:r>
          </a:p>
        </p:txBody>
      </p:sp>
      <p:pic>
        <p:nvPicPr>
          <p:cNvPr id="3" name="Picture 2" descr="resilience_radar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577840" cy="3657600"/>
          </a:xfrm>
          <a:prstGeom prst="rect">
            <a:avLst/>
          </a:prstGeom>
        </p:spPr>
      </p:pic>
      <p:pic>
        <p:nvPicPr>
          <p:cNvPr id="4" name="Picture 3" descr="resilience_scor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257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2025 年治理信用缓冲仍有支撑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经营缓冲和财务缓冲偏弱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重点投向回款、合同资产和高中心性节点治理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2328"/>
                </a:solidFill>
                <a:latin typeface="Microsoft YaHei"/>
              </a:rPr>
              <a:t>结论：形成识别、评估和预警闭环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穿透监测合同资产和应收账款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跟踪债务覆盖与融资期限结构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复核子公司诉讼、执行和合规事件</a:t>
            </a:r>
          </a:p>
          <a:p>
            <a:pPr>
              <a:defRPr sz="1500">
                <a:solidFill>
                  <a:srgbClr val="373D46"/>
                </a:solidFill>
                <a:latin typeface="Microsoft YaHei"/>
              </a:defRPr>
            </a:pPr>
            <a:r>
              <a:t>用图谱中心性确定治理优先级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